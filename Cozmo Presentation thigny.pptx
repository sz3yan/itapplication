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6119afe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6119afe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119afed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119afed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b6119afed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b6119afed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b6119afedc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b6119afedc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b6119afedc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b6119afedc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b6119afed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b6119afed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b6119afedc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b6119afedc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b6119afed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b6119afed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Cozmo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Eden, Elton, Soloman and Sze Yan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110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Elton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Scan 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pyramid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Solomon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 A tap two different cubes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Labelled as X and Y respectively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three cubes will flash </a:t>
            </a:r>
            <a:r>
              <a:rPr lang="en"/>
              <a:t>independently</a:t>
            </a:r>
            <a:r>
              <a:rPr lang="en"/>
              <a:t> until the </a:t>
            </a:r>
            <a:r>
              <a:rPr lang="en"/>
              <a:t>third</a:t>
            </a:r>
            <a:r>
              <a:rPr lang="en"/>
              <a:t> cube is pressed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cozmos will take cube X and put it on floor,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Configuration is resetted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Sze Yan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pyramid in order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user to help it to place on top via an object (move in)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Cozmo will (move out) to the top of pyramid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Thank the user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Eden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Cozmos make pyramid based on cubes pressed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Press on red cube until you like the colour chosen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Tap cube that is glowing blue to finish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Cozmos starts dancing and playing music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Eden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Cozmos scan 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Face scan game is prompted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cube will light up, each tap on the cube represent difficulty up to 4 taps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game will be played, memory game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928650" y="2285400"/>
            <a:ext cx="128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928650" y="2285400"/>
            <a:ext cx="128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n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506700" y="2285400"/>
            <a:ext cx="213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