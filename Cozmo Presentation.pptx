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/>
  </p:normalViewPr>
  <p:slideViewPr>
    <p:cSldViewPr snapToGrid="0">
      <p:cViewPr varScale="1">
        <p:scale>
          <a:sx n="155" d="100"/>
          <a:sy n="155" d="100"/>
        </p:scale>
        <p:origin x="19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b6119afed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b6119afed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b6119afed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b6119afed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b6119afed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b6119afed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b6119afed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b6119afed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b6119afedc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b6119afedc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bad99bb0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bad99bb0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6119afedc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6119afedc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b6119afedc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b6119afedc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Cozmo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Eden, Elton, Solomon and Sze Yan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928650" y="2285400"/>
            <a:ext cx="128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110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Elton</a:t>
            </a:r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Scan face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Build pyramid in front of person</a:t>
            </a:r>
            <a:endParaRPr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Solomon</a:t>
            </a:r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 will tap one cube and Cozmo will stack the other two cubes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 will stack the three cubes to form a pyramid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Sze Yan</a:t>
            </a:r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pyramid based on order tapped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Ask user to help him get up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Eden</a:t>
            </a:r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Cozmos make pyramid based on cubes pressed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Cozmos starts dancing and playing music 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Eden</a:t>
            </a:r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6 combinations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Songs played: </a:t>
            </a:r>
            <a:br>
              <a:rPr lang="en"/>
            </a:br>
            <a:r>
              <a:rPr lang="en"/>
              <a:t>Ode to Joy</a:t>
            </a:r>
            <a:br>
              <a:rPr lang="en"/>
            </a:br>
            <a:r>
              <a:rPr lang="en"/>
              <a:t>Twinkle Twinkle Little Star</a:t>
            </a:r>
            <a:br>
              <a:rPr lang="en"/>
            </a:br>
            <a:r>
              <a:rPr lang="en"/>
              <a:t>Little Hans</a:t>
            </a:r>
            <a:br>
              <a:rPr lang="en"/>
            </a:br>
            <a:r>
              <a:rPr lang="en"/>
              <a:t>Mary had a little lamb</a:t>
            </a:r>
            <a:br>
              <a:rPr lang="en"/>
            </a:br>
            <a:r>
              <a:rPr lang="en"/>
              <a:t>Hot Cross Buns</a:t>
            </a:r>
            <a:br>
              <a:rPr lang="en"/>
            </a:br>
            <a:r>
              <a:rPr lang="en"/>
              <a:t>Tug of War</a:t>
            </a:r>
            <a:br>
              <a:rPr lang="en"/>
            </a:b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4102350" y="2285400"/>
            <a:ext cx="939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3506700" y="2285400"/>
            <a:ext cx="213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</Words>
  <Application>Microsoft Macintosh PowerPoint</Application>
  <PresentationFormat>On-screen Show (16:9)</PresentationFormat>
  <Paragraphs>21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Simple Dark</vt:lpstr>
      <vt:lpstr>Cozmo</vt:lpstr>
      <vt:lpstr>Demo</vt:lpstr>
      <vt:lpstr>Elton</vt:lpstr>
      <vt:lpstr>Solomon</vt:lpstr>
      <vt:lpstr>Sze Yan</vt:lpstr>
      <vt:lpstr>Eden</vt:lpstr>
      <vt:lpstr>Eden</vt:lpstr>
      <vt:lpstr>QnA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Cozmo</dc:title>
  <cp:lastModifiedBy>Eden Sng</cp:lastModifiedBy>
  <cp:revision>1</cp:revision>
  <dcterms:modified xsi:type="dcterms:W3CDTF">2021-02-03T23:34:46Z</dcterms:modified>
</cp:coreProperties>
</file>