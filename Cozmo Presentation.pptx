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b6119afedc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b6119afedc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b6119afed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b6119afed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b6119afedc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b6119afedc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b6119afedc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b6119afedc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b6119afedc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b6119afedc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bad99bb06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bad99bb06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b6119afedc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b6119afedc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b6119afedc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b6119afedc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Cozmo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By: Eden, Elton, Solomon and Sze Yan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928650" y="2285400"/>
            <a:ext cx="1286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1108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Elton</a:t>
            </a:r>
            <a:endParaRPr/>
          </a:p>
        </p:txBody>
      </p:sp>
      <p:sp>
        <p:nvSpPr>
          <p:cNvPr id="66" name="Google Shape;66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Scan 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 pyramid in front of 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 reverse pyramid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Solomon</a:t>
            </a:r>
            <a:endParaRPr/>
          </a:p>
        </p:txBody>
      </p:sp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User will tap one cube and Cozmo will stack the other two cubes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Cozmo will stack the three cubes to form a pyramid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Sze Yan</a:t>
            </a:r>
            <a:endParaRPr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 pyramid based on order tapped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Ask user to help him get up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Eden</a:t>
            </a:r>
            <a:endParaRPr/>
          </a:p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Cozmos make pyramid based on cubes pressed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Cozmos starts dancing and playing music 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Eden</a:t>
            </a:r>
            <a:endParaRPr/>
          </a:p>
        </p:txBody>
      </p:sp>
      <p:sp>
        <p:nvSpPr>
          <p:cNvPr id="90" name="Google Shape;90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6 combinations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Songs played: </a:t>
            </a:r>
            <a:br>
              <a:rPr lang="en"/>
            </a:br>
            <a:r>
              <a:rPr lang="en"/>
              <a:t>Ode to Joy</a:t>
            </a:r>
            <a:br>
              <a:rPr lang="en"/>
            </a:br>
            <a:r>
              <a:rPr lang="en"/>
              <a:t>Twinkle Twinkle Little Star</a:t>
            </a:r>
            <a:br>
              <a:rPr lang="en"/>
            </a:br>
            <a:r>
              <a:rPr lang="en"/>
              <a:t>Little Hans</a:t>
            </a:r>
            <a:br>
              <a:rPr lang="en"/>
            </a:br>
            <a:r>
              <a:rPr lang="en"/>
              <a:t>Mary had a little lamb</a:t>
            </a:r>
            <a:br>
              <a:rPr lang="en"/>
            </a:br>
            <a:r>
              <a:rPr lang="en"/>
              <a:t>Hot Cross Buns</a:t>
            </a:r>
            <a:br>
              <a:rPr lang="en"/>
            </a:br>
            <a:r>
              <a:rPr lang="en"/>
              <a:t>Tug of War</a:t>
            </a:r>
            <a:br>
              <a:rPr lang="en"/>
            </a:b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4102350" y="2285400"/>
            <a:ext cx="939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QnA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506700" y="2285400"/>
            <a:ext cx="213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