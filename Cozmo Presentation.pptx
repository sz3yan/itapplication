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6119afed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6119afed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b6119afe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b6119afe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b6119afed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b6119afed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b6119afed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b6119afed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b6119afedc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b6119afedc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b6119afedc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b6119afedc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119afed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119afed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Cozmo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Eden, Elton, Solomon and Sze Yan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928650" y="2285400"/>
            <a:ext cx="128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110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Elton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Scan 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pyramid in front of person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Solomon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will tap one cube and Cozmo will stack the other two cubes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Cozmo will stack the three cubes to form a pyramid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Sze Yan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pyramid based on order tapped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Ask user to help him get 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Eden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Cozmos make pyramid based on cubes pressed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Cozmos starts dancing and playing music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4102350" y="2285400"/>
            <a:ext cx="93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506700" y="2285400"/>
            <a:ext cx="213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